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098" autoAdjust="0"/>
    <p:restoredTop sz="94660"/>
  </p:normalViewPr>
  <p:slideViewPr>
    <p:cSldViewPr snapToGrid="0">
      <p:cViewPr varScale="1">
        <p:scale>
          <a:sx n="81" d="100"/>
          <a:sy n="81" d="100"/>
        </p:scale>
        <p:origin x="102" y="13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0F7C818-3780-4C13-A7FE-C354EA17DC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CBFE9CB-E28E-4F85-A0DD-F2B4133EA5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AE580B3-A018-4522-BB02-5ED937AB1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47891-A520-427E-898F-21EFCA70C825}" type="datetimeFigureOut">
              <a:rPr lang="en-US" smtClean="0"/>
              <a:t>11/23/2018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F2B6473-AA71-43CD-AF98-0F675AEA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AE673EF-E270-4664-B17F-484455FEA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9B9B3-1710-4B34-ADD7-E01648F1281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107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ED1D738-A6C4-4B8C-AC05-E9F082116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F23CCEB-1DF2-415D-A1EF-64B1A33C5B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17C111C-9D4F-4085-AA44-643AAF878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47891-A520-427E-898F-21EFCA70C825}" type="datetimeFigureOut">
              <a:rPr lang="en-US" smtClean="0"/>
              <a:t>11/23/2018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1C17386-9B95-472A-96EB-658B8AEEA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1760D65-CCC3-403A-B470-D59406150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9B9B3-1710-4B34-ADD7-E01648F1281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7579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9048AB2-7D7C-4E12-AA19-FE0BC5C83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5B66FC1-7152-4512-9F9F-2347112509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262FE79-A3AB-4A84-85CF-A7FAE1516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47891-A520-427E-898F-21EFCA70C825}" type="datetimeFigureOut">
              <a:rPr lang="en-US" smtClean="0"/>
              <a:t>11/23/2018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0A9E5D1-C8CA-49BF-83CB-B4ACA1666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3525DF2-A2B3-42B2-A7FE-43FB21231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9B9B3-1710-4B34-ADD7-E01648F1281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0453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204D39-CA2E-4B6A-AB48-94643CB75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9328182-CC14-4EA7-A15E-360310A260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A355325-3D0F-4F8A-8254-889AB1483F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9C5A28B-E61F-4337-94DE-90ED3E672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47891-A520-427E-898F-21EFCA70C825}" type="datetimeFigureOut">
              <a:rPr lang="en-US" smtClean="0"/>
              <a:t>11/23/2018</a:t>
            </a:fld>
            <a:endParaRPr 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6D11692-47CA-444D-AC9B-94862C89D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5ABD383-9975-4A6B-945E-2671C0FCC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9B9B3-1710-4B34-ADD7-E01648F1281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8414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58A5192-84BF-4BCE-B38E-FD2168317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E5A9C8C-457E-4133-A754-375B505B6A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724DD5A-D869-4F90-845B-82ED72A813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B24DF29-9BD6-4313-9733-8F1B2796EA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1528F6A9-5F2D-42A6-83FD-5220CA8E8D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74606E67-5776-4EF2-9858-D1DD58992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47891-A520-427E-898F-21EFCA70C825}" type="datetimeFigureOut">
              <a:rPr lang="en-US" smtClean="0"/>
              <a:t>11/23/2018</a:t>
            </a:fld>
            <a:endParaRPr lang="en-US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CEB2A726-D1DF-4E5F-A4B9-DB5A9107A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49C7A366-ADE1-496D-9DCB-3E2B55D9B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9B9B3-1710-4B34-ADD7-E01648F1281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1126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C0F024-59C5-4641-B691-608858A8D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D6354EC-6590-490D-B18A-4CF5706AE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47891-A520-427E-898F-21EFCA70C825}" type="datetimeFigureOut">
              <a:rPr lang="en-US" smtClean="0"/>
              <a:t>11/23/2018</a:t>
            </a:fld>
            <a:endParaRPr lang="en-US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E7970C6-2A32-456C-8C88-9F7C789F6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A9459D4-1182-41AC-98B5-835A59C61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9B9B3-1710-4B34-ADD7-E01648F1281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0816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17B59B80-C37C-4EE7-A0DB-D8757A6CA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47891-A520-427E-898F-21EFCA70C825}" type="datetimeFigureOut">
              <a:rPr lang="en-US" smtClean="0"/>
              <a:t>11/23/2018</a:t>
            </a:fld>
            <a:endParaRPr lang="en-US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DBD917D9-3E0D-4158-A162-D2DCC14FE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14B60B6-8F27-41B0-8922-6C712F59E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9B9B3-1710-4B34-ADD7-E01648F1281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590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C4487BD-F20A-4027-8329-4E0D1C223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44E3AA7-4BFD-4964-9233-732CAA8604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E2E59C3-874C-4965-B72B-99B573D60B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029A4BC-890D-44A1-84FA-7E963FFF0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47891-A520-427E-898F-21EFCA70C825}" type="datetimeFigureOut">
              <a:rPr lang="en-US" smtClean="0"/>
              <a:t>11/23/2018</a:t>
            </a:fld>
            <a:endParaRPr 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9495D32-7688-46AB-93E8-211238D50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D88AC01-488C-47DA-9D59-BC6B9C9F8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9B9B3-1710-4B34-ADD7-E01648F1281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580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68005A6-5A82-4AFE-8D9B-54A21E04C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D99965E7-2439-494D-9ADD-9089E043BE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88AAF83-9596-4514-851C-997F255130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AAB7CDC-AAC8-4F3C-A9F8-D3835DEF6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47891-A520-427E-898F-21EFCA70C825}" type="datetimeFigureOut">
              <a:rPr lang="en-US" smtClean="0"/>
              <a:t>11/23/2018</a:t>
            </a:fld>
            <a:endParaRPr 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5EF03F2-B7F7-403A-A09F-D53E05D40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30B4200-AEA5-4562-8D25-80928EE78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9B9B3-1710-4B34-ADD7-E01648F1281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249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CA95CD-4E80-4A7E-845A-804F37855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16DBBD1-41C7-40CA-9D1B-9F4AFB16C5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F19DB53-F613-4BD5-92FE-6B99FAB4D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47891-A520-427E-898F-21EFCA70C825}" type="datetimeFigureOut">
              <a:rPr lang="en-US" smtClean="0"/>
              <a:t>11/23/2018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6F1EABA-E5AB-461A-AC6A-5150B84F3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76CDFA1-8631-4EDB-B9CB-B9F935761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9B9B3-1710-4B34-ADD7-E01648F1281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0689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DA5CF5B9-B774-475A-A449-D87712F48D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1780E4B-1F18-4F36-BC2A-FDDF32112C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85EFDB9-8817-4024-99E8-6E159718C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47891-A520-427E-898F-21EFCA70C825}" type="datetimeFigureOut">
              <a:rPr lang="en-US" smtClean="0"/>
              <a:t>11/23/2018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B5993BB-78F0-4E6F-A1BA-653167CD0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52F24DE-AEBF-4C1A-AAD6-A3DBC2F44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19B9B3-1710-4B34-ADD7-E01648F1281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696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7F7F6D92-3640-48F6-BBF6-D66D15BC6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8891B9F-6D0D-4455-AECA-67B47B0C8C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D2571DB-DCB9-42A1-B92E-1ABE5AC561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047891-A520-427E-898F-21EFCA70C825}" type="datetimeFigureOut">
              <a:rPr lang="en-US" smtClean="0"/>
              <a:t>11/23/2018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BEAE869-F7F9-46F2-990E-6D4164BB62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E6C96EC-0453-4A80-ACF3-90D054DC88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19B9B3-1710-4B34-ADD7-E01648F1281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850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17440643-1D86-4D15-8199-6B712D7A5A49}"/>
              </a:ext>
            </a:extLst>
          </p:cNvPr>
          <p:cNvSpPr/>
          <p:nvPr/>
        </p:nvSpPr>
        <p:spPr>
          <a:xfrm>
            <a:off x="1000575" y="3792626"/>
            <a:ext cx="847288" cy="50438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credit</a:t>
            </a: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891D6B24-5869-431E-9DF2-90D1E0FABC2F}"/>
              </a:ext>
            </a:extLst>
          </p:cNvPr>
          <p:cNvSpPr/>
          <p:nvPr/>
        </p:nvSpPr>
        <p:spPr>
          <a:xfrm>
            <a:off x="1954123" y="3792626"/>
            <a:ext cx="847288" cy="50438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Start menu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8F49A470-8109-4ECE-94F7-8E950D473602}"/>
              </a:ext>
            </a:extLst>
          </p:cNvPr>
          <p:cNvSpPr/>
          <p:nvPr/>
        </p:nvSpPr>
        <p:spPr>
          <a:xfrm>
            <a:off x="2660195" y="4483494"/>
            <a:ext cx="992696" cy="50438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option menu</a:t>
            </a:r>
          </a:p>
        </p:txBody>
      </p:sp>
      <p:cxnSp>
        <p:nvCxnSpPr>
          <p:cNvPr id="8" name="Connecteur : en angle 7">
            <a:extLst>
              <a:ext uri="{FF2B5EF4-FFF2-40B4-BE49-F238E27FC236}">
                <a16:creationId xmlns:a16="http://schemas.microsoft.com/office/drawing/2014/main" id="{8F33359D-35A8-45EC-A385-DC84C2F5CA84}"/>
              </a:ext>
            </a:extLst>
          </p:cNvPr>
          <p:cNvCxnSpPr>
            <a:cxnSpLocks/>
            <a:stCxn id="5" idx="2"/>
            <a:endCxn id="6" idx="1"/>
          </p:cNvCxnSpPr>
          <p:nvPr/>
        </p:nvCxnSpPr>
        <p:spPr>
          <a:xfrm rot="16200000" flipH="1">
            <a:off x="2299644" y="4375137"/>
            <a:ext cx="438674" cy="28242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 : en angle 9">
            <a:extLst>
              <a:ext uri="{FF2B5EF4-FFF2-40B4-BE49-F238E27FC236}">
                <a16:creationId xmlns:a16="http://schemas.microsoft.com/office/drawing/2014/main" id="{BD02B6B6-B1A9-4BB4-901D-3485877A60DA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1847863" y="4044820"/>
            <a:ext cx="106260" cy="1270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9D8470AD-FF52-42C6-ACEF-8B0414668D63}"/>
              </a:ext>
            </a:extLst>
          </p:cNvPr>
          <p:cNvSpPr/>
          <p:nvPr/>
        </p:nvSpPr>
        <p:spPr>
          <a:xfrm>
            <a:off x="2660195" y="5330782"/>
            <a:ext cx="992697" cy="50438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quitting</a:t>
            </a:r>
          </a:p>
        </p:txBody>
      </p:sp>
      <p:cxnSp>
        <p:nvCxnSpPr>
          <p:cNvPr id="13" name="Connecteur : en angle 12">
            <a:extLst>
              <a:ext uri="{FF2B5EF4-FFF2-40B4-BE49-F238E27FC236}">
                <a16:creationId xmlns:a16="http://schemas.microsoft.com/office/drawing/2014/main" id="{3986411E-CC46-4BB4-90B1-95B4A5AC5E24}"/>
              </a:ext>
            </a:extLst>
          </p:cNvPr>
          <p:cNvCxnSpPr>
            <a:stCxn id="5" idx="2"/>
            <a:endCxn id="11" idx="1"/>
          </p:cNvCxnSpPr>
          <p:nvPr/>
        </p:nvCxnSpPr>
        <p:spPr>
          <a:xfrm rot="16200000" flipH="1">
            <a:off x="1876000" y="4798781"/>
            <a:ext cx="1285962" cy="28242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4DBADCDE-9897-42D6-A7C7-7107D0E906EF}"/>
              </a:ext>
            </a:extLst>
          </p:cNvPr>
          <p:cNvSpPr/>
          <p:nvPr/>
        </p:nvSpPr>
        <p:spPr>
          <a:xfrm>
            <a:off x="3861219" y="3792626"/>
            <a:ext cx="992696" cy="50438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Level 1</a:t>
            </a: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79569FE8-244A-48EE-8146-FD2B1ADED482}"/>
              </a:ext>
            </a:extLst>
          </p:cNvPr>
          <p:cNvSpPr/>
          <p:nvPr/>
        </p:nvSpPr>
        <p:spPr>
          <a:xfrm>
            <a:off x="5011909" y="3792626"/>
            <a:ext cx="992696" cy="50438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Level 2</a:t>
            </a: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FD6FCC9B-FDFE-4EF5-A01E-0C180FD08332}"/>
              </a:ext>
            </a:extLst>
          </p:cNvPr>
          <p:cNvSpPr/>
          <p:nvPr/>
        </p:nvSpPr>
        <p:spPr>
          <a:xfrm>
            <a:off x="5011909" y="1896166"/>
            <a:ext cx="992696" cy="50438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Final Screen</a:t>
            </a:r>
          </a:p>
        </p:txBody>
      </p:sp>
      <p:cxnSp>
        <p:nvCxnSpPr>
          <p:cNvPr id="37" name="Connecteur : en angle 36">
            <a:extLst>
              <a:ext uri="{FF2B5EF4-FFF2-40B4-BE49-F238E27FC236}">
                <a16:creationId xmlns:a16="http://schemas.microsoft.com/office/drawing/2014/main" id="{9E444B47-41EA-4900-AC61-9E4B31EBAF56}"/>
              </a:ext>
            </a:extLst>
          </p:cNvPr>
          <p:cNvCxnSpPr>
            <a:cxnSpLocks/>
            <a:stCxn id="18" idx="1"/>
            <a:endCxn id="5" idx="0"/>
          </p:cNvCxnSpPr>
          <p:nvPr/>
        </p:nvCxnSpPr>
        <p:spPr>
          <a:xfrm rot="10800000" flipV="1">
            <a:off x="2377767" y="2148360"/>
            <a:ext cx="2634142" cy="164426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 : coins arrondis 37">
            <a:extLst>
              <a:ext uri="{FF2B5EF4-FFF2-40B4-BE49-F238E27FC236}">
                <a16:creationId xmlns:a16="http://schemas.microsoft.com/office/drawing/2014/main" id="{402E722B-EAD8-4AE4-8250-7BAD9E69835D}"/>
              </a:ext>
            </a:extLst>
          </p:cNvPr>
          <p:cNvSpPr/>
          <p:nvPr/>
        </p:nvSpPr>
        <p:spPr>
          <a:xfrm>
            <a:off x="6900831" y="3805326"/>
            <a:ext cx="992696" cy="50438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Level 3 map</a:t>
            </a:r>
          </a:p>
        </p:txBody>
      </p:sp>
      <p:cxnSp>
        <p:nvCxnSpPr>
          <p:cNvPr id="44" name="Connecteur droit avec flèche 43">
            <a:extLst>
              <a:ext uri="{FF2B5EF4-FFF2-40B4-BE49-F238E27FC236}">
                <a16:creationId xmlns:a16="http://schemas.microsoft.com/office/drawing/2014/main" id="{7FCB97BD-4405-48DF-B280-40C19EB37085}"/>
              </a:ext>
            </a:extLst>
          </p:cNvPr>
          <p:cNvCxnSpPr>
            <a:stCxn id="5" idx="3"/>
            <a:endCxn id="16" idx="1"/>
          </p:cNvCxnSpPr>
          <p:nvPr/>
        </p:nvCxnSpPr>
        <p:spPr>
          <a:xfrm>
            <a:off x="2801411" y="4044820"/>
            <a:ext cx="105980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eur droit avec flèche 45">
            <a:extLst>
              <a:ext uri="{FF2B5EF4-FFF2-40B4-BE49-F238E27FC236}">
                <a16:creationId xmlns:a16="http://schemas.microsoft.com/office/drawing/2014/main" id="{6429EDF9-836B-4D15-8695-66DE7C3EAF44}"/>
              </a:ext>
            </a:extLst>
          </p:cNvPr>
          <p:cNvCxnSpPr>
            <a:stCxn id="16" idx="3"/>
            <a:endCxn id="17" idx="1"/>
          </p:cNvCxnSpPr>
          <p:nvPr/>
        </p:nvCxnSpPr>
        <p:spPr>
          <a:xfrm>
            <a:off x="4853915" y="4044820"/>
            <a:ext cx="15799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eur droit avec flèche 47">
            <a:extLst>
              <a:ext uri="{FF2B5EF4-FFF2-40B4-BE49-F238E27FC236}">
                <a16:creationId xmlns:a16="http://schemas.microsoft.com/office/drawing/2014/main" id="{B47E10B3-86AB-4322-B62F-96BF36965B70}"/>
              </a:ext>
            </a:extLst>
          </p:cNvPr>
          <p:cNvCxnSpPr>
            <a:stCxn id="17" idx="3"/>
            <a:endCxn id="38" idx="1"/>
          </p:cNvCxnSpPr>
          <p:nvPr/>
        </p:nvCxnSpPr>
        <p:spPr>
          <a:xfrm>
            <a:off x="6004605" y="4044820"/>
            <a:ext cx="896226" cy="127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eur droit avec flèche 49">
            <a:extLst>
              <a:ext uri="{FF2B5EF4-FFF2-40B4-BE49-F238E27FC236}">
                <a16:creationId xmlns:a16="http://schemas.microsoft.com/office/drawing/2014/main" id="{29766CAF-BB7B-4992-B4BD-0D7DCCC19080}"/>
              </a:ext>
            </a:extLst>
          </p:cNvPr>
          <p:cNvCxnSpPr>
            <a:stCxn id="17" idx="0"/>
            <a:endCxn id="18" idx="2"/>
          </p:cNvCxnSpPr>
          <p:nvPr/>
        </p:nvCxnSpPr>
        <p:spPr>
          <a:xfrm flipV="1">
            <a:off x="5508257" y="2400554"/>
            <a:ext cx="0" cy="13920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 : coins arrondis 50">
            <a:extLst>
              <a:ext uri="{FF2B5EF4-FFF2-40B4-BE49-F238E27FC236}">
                <a16:creationId xmlns:a16="http://schemas.microsoft.com/office/drawing/2014/main" id="{A5DB8C28-694D-4BFB-A10B-61155FD2CB66}"/>
              </a:ext>
            </a:extLst>
          </p:cNvPr>
          <p:cNvSpPr/>
          <p:nvPr/>
        </p:nvSpPr>
        <p:spPr>
          <a:xfrm>
            <a:off x="7523700" y="5121729"/>
            <a:ext cx="992696" cy="50438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Level Glace</a:t>
            </a:r>
          </a:p>
        </p:txBody>
      </p:sp>
      <p:sp>
        <p:nvSpPr>
          <p:cNvPr id="52" name="Rectangle : coins arrondis 51">
            <a:extLst>
              <a:ext uri="{FF2B5EF4-FFF2-40B4-BE49-F238E27FC236}">
                <a16:creationId xmlns:a16="http://schemas.microsoft.com/office/drawing/2014/main" id="{D6DBBB56-9BB2-412B-9A35-EF5D5329A5D5}"/>
              </a:ext>
            </a:extLst>
          </p:cNvPr>
          <p:cNvSpPr/>
          <p:nvPr/>
        </p:nvSpPr>
        <p:spPr>
          <a:xfrm>
            <a:off x="8953335" y="4474569"/>
            <a:ext cx="992696" cy="50438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Level </a:t>
            </a:r>
            <a:r>
              <a:rPr lang="en-US" dirty="0" err="1"/>
              <a:t>Forêt</a:t>
            </a:r>
            <a:endParaRPr lang="en-US" dirty="0"/>
          </a:p>
        </p:txBody>
      </p:sp>
      <p:sp>
        <p:nvSpPr>
          <p:cNvPr id="53" name="Rectangle : coins arrondis 52">
            <a:extLst>
              <a:ext uri="{FF2B5EF4-FFF2-40B4-BE49-F238E27FC236}">
                <a16:creationId xmlns:a16="http://schemas.microsoft.com/office/drawing/2014/main" id="{CB549DF2-1C2F-4392-BF29-EB12A701A7D5}"/>
              </a:ext>
            </a:extLst>
          </p:cNvPr>
          <p:cNvSpPr/>
          <p:nvPr/>
        </p:nvSpPr>
        <p:spPr>
          <a:xfrm>
            <a:off x="8953335" y="3111019"/>
            <a:ext cx="992696" cy="50438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Level </a:t>
            </a:r>
            <a:r>
              <a:rPr lang="en-US" dirty="0" err="1"/>
              <a:t>volcan</a:t>
            </a:r>
            <a:endParaRPr lang="en-US" dirty="0"/>
          </a:p>
        </p:txBody>
      </p:sp>
      <p:sp>
        <p:nvSpPr>
          <p:cNvPr id="54" name="Rectangle : coins arrondis 53">
            <a:extLst>
              <a:ext uri="{FF2B5EF4-FFF2-40B4-BE49-F238E27FC236}">
                <a16:creationId xmlns:a16="http://schemas.microsoft.com/office/drawing/2014/main" id="{C6F050C1-7DE4-491B-8CE4-BDA840758EFA}"/>
              </a:ext>
            </a:extLst>
          </p:cNvPr>
          <p:cNvSpPr/>
          <p:nvPr/>
        </p:nvSpPr>
        <p:spPr>
          <a:xfrm>
            <a:off x="7523700" y="2463859"/>
            <a:ext cx="992696" cy="50438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Level desert</a:t>
            </a:r>
          </a:p>
        </p:txBody>
      </p:sp>
      <p:cxnSp>
        <p:nvCxnSpPr>
          <p:cNvPr id="56" name="Connecteur droit avec flèche 55">
            <a:extLst>
              <a:ext uri="{FF2B5EF4-FFF2-40B4-BE49-F238E27FC236}">
                <a16:creationId xmlns:a16="http://schemas.microsoft.com/office/drawing/2014/main" id="{5333D23B-0962-4C00-868F-50E9D284837B}"/>
              </a:ext>
            </a:extLst>
          </p:cNvPr>
          <p:cNvCxnSpPr>
            <a:stCxn id="38" idx="2"/>
            <a:endCxn id="51" idx="0"/>
          </p:cNvCxnSpPr>
          <p:nvPr/>
        </p:nvCxnSpPr>
        <p:spPr>
          <a:xfrm>
            <a:off x="7397179" y="4309714"/>
            <a:ext cx="622869" cy="81201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necteur droit avec flèche 56">
            <a:extLst>
              <a:ext uri="{FF2B5EF4-FFF2-40B4-BE49-F238E27FC236}">
                <a16:creationId xmlns:a16="http://schemas.microsoft.com/office/drawing/2014/main" id="{244B4EF8-89C8-4681-9C09-0064F9901A52}"/>
              </a:ext>
            </a:extLst>
          </p:cNvPr>
          <p:cNvCxnSpPr>
            <a:cxnSpLocks/>
            <a:stCxn id="38" idx="3"/>
            <a:endCxn id="52" idx="1"/>
          </p:cNvCxnSpPr>
          <p:nvPr/>
        </p:nvCxnSpPr>
        <p:spPr>
          <a:xfrm>
            <a:off x="7893527" y="4057520"/>
            <a:ext cx="1059808" cy="66924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eur droit avec flèche 59">
            <a:extLst>
              <a:ext uri="{FF2B5EF4-FFF2-40B4-BE49-F238E27FC236}">
                <a16:creationId xmlns:a16="http://schemas.microsoft.com/office/drawing/2014/main" id="{005C1ED2-8431-4049-B7FA-C47C8492550C}"/>
              </a:ext>
            </a:extLst>
          </p:cNvPr>
          <p:cNvCxnSpPr>
            <a:cxnSpLocks/>
            <a:stCxn id="38" idx="0"/>
            <a:endCxn id="54" idx="2"/>
          </p:cNvCxnSpPr>
          <p:nvPr/>
        </p:nvCxnSpPr>
        <p:spPr>
          <a:xfrm flipV="1">
            <a:off x="7397179" y="2968247"/>
            <a:ext cx="622869" cy="83707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cteur droit avec flèche 60">
            <a:extLst>
              <a:ext uri="{FF2B5EF4-FFF2-40B4-BE49-F238E27FC236}">
                <a16:creationId xmlns:a16="http://schemas.microsoft.com/office/drawing/2014/main" id="{975AAE84-4719-4A28-AB63-6110E27F7E01}"/>
              </a:ext>
            </a:extLst>
          </p:cNvPr>
          <p:cNvCxnSpPr>
            <a:cxnSpLocks/>
            <a:stCxn id="38" idx="3"/>
            <a:endCxn id="53" idx="1"/>
          </p:cNvCxnSpPr>
          <p:nvPr/>
        </p:nvCxnSpPr>
        <p:spPr>
          <a:xfrm flipV="1">
            <a:off x="7893527" y="3363213"/>
            <a:ext cx="1059808" cy="69430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ZoneTexte 70">
            <a:extLst>
              <a:ext uri="{FF2B5EF4-FFF2-40B4-BE49-F238E27FC236}">
                <a16:creationId xmlns:a16="http://schemas.microsoft.com/office/drawing/2014/main" id="{D53DF279-5FA4-432E-9CE1-4CA34465CCCF}"/>
              </a:ext>
            </a:extLst>
          </p:cNvPr>
          <p:cNvSpPr txBox="1"/>
          <p:nvPr/>
        </p:nvSpPr>
        <p:spPr>
          <a:xfrm>
            <a:off x="425910" y="340868"/>
            <a:ext cx="44219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Global Level Organization</a:t>
            </a:r>
          </a:p>
        </p:txBody>
      </p:sp>
      <p:cxnSp>
        <p:nvCxnSpPr>
          <p:cNvPr id="74" name="Connecteur droit avec flèche 73">
            <a:extLst>
              <a:ext uri="{FF2B5EF4-FFF2-40B4-BE49-F238E27FC236}">
                <a16:creationId xmlns:a16="http://schemas.microsoft.com/office/drawing/2014/main" id="{96D7C1D9-212E-461F-993E-DA116E62D535}"/>
              </a:ext>
            </a:extLst>
          </p:cNvPr>
          <p:cNvCxnSpPr>
            <a:cxnSpLocks/>
            <a:endCxn id="4" idx="1"/>
          </p:cNvCxnSpPr>
          <p:nvPr/>
        </p:nvCxnSpPr>
        <p:spPr>
          <a:xfrm flipV="1">
            <a:off x="425910" y="4044820"/>
            <a:ext cx="574665" cy="127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necteur droit avec flèche 76">
            <a:extLst>
              <a:ext uri="{FF2B5EF4-FFF2-40B4-BE49-F238E27FC236}">
                <a16:creationId xmlns:a16="http://schemas.microsoft.com/office/drawing/2014/main" id="{8CBE1A21-2E7F-46B4-AA0E-558C971C9753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3652892" y="5582976"/>
            <a:ext cx="5921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D410DE9B-3872-4B5A-BA02-4818A14CA038}"/>
              </a:ext>
            </a:extLst>
          </p:cNvPr>
          <p:cNvCxnSpPr>
            <a:stCxn id="38" idx="0"/>
            <a:endCxn id="18" idx="2"/>
          </p:cNvCxnSpPr>
          <p:nvPr/>
        </p:nvCxnSpPr>
        <p:spPr>
          <a:xfrm flipH="1" flipV="1">
            <a:off x="5508257" y="2400554"/>
            <a:ext cx="1888922" cy="14047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96881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26B25468-7803-4E4C-807F-FE55CC8FEEF3}"/>
              </a:ext>
            </a:extLst>
          </p:cNvPr>
          <p:cNvSpPr txBox="1"/>
          <p:nvPr/>
        </p:nvSpPr>
        <p:spPr>
          <a:xfrm>
            <a:off x="425910" y="340868"/>
            <a:ext cx="13542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Credits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33C04DF7-CF05-49C4-9DE5-71F47F773A0E}"/>
              </a:ext>
            </a:extLst>
          </p:cNvPr>
          <p:cNvSpPr txBox="1"/>
          <p:nvPr/>
        </p:nvSpPr>
        <p:spPr>
          <a:xfrm>
            <a:off x="425910" y="1101011"/>
            <a:ext cx="113586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Video  intro ‘Lachouette Games’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Réalisée</a:t>
            </a:r>
            <a:r>
              <a:rPr lang="en-US" dirty="0"/>
              <a:t>… </a:t>
            </a:r>
            <a:r>
              <a:rPr lang="en-US" dirty="0" err="1"/>
              <a:t>peut</a:t>
            </a:r>
            <a:r>
              <a:rPr lang="en-US" dirty="0"/>
              <a:t> </a:t>
            </a:r>
            <a:r>
              <a:rPr lang="en-US" dirty="0" err="1"/>
              <a:t>mieu</a:t>
            </a:r>
            <a:r>
              <a:rPr lang="en-US" dirty="0"/>
              <a:t> faire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N’est</a:t>
            </a:r>
            <a:r>
              <a:rPr lang="en-US" dirty="0"/>
              <a:t> pas encore </a:t>
            </a:r>
            <a:r>
              <a:rPr lang="en-US" dirty="0" err="1"/>
              <a:t>visionnable</a:t>
            </a:r>
            <a:r>
              <a:rPr lang="en-US" dirty="0"/>
              <a:t> </a:t>
            </a:r>
            <a:r>
              <a:rPr lang="en-US" dirty="0" err="1"/>
              <a:t>dans</a:t>
            </a:r>
            <a:r>
              <a:rPr lang="en-US" dirty="0"/>
              <a:t> le </a:t>
            </a:r>
            <a:r>
              <a:rPr lang="en-US" dirty="0" err="1"/>
              <a:t>jeu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33595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26B25468-7803-4E4C-807F-FE55CC8FEEF3}"/>
              </a:ext>
            </a:extLst>
          </p:cNvPr>
          <p:cNvSpPr txBox="1"/>
          <p:nvPr/>
        </p:nvSpPr>
        <p:spPr>
          <a:xfrm>
            <a:off x="425910" y="340868"/>
            <a:ext cx="20647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Start Menu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2F271993-364A-4CB2-B924-4A3FFDE3725D}"/>
              </a:ext>
            </a:extLst>
          </p:cNvPr>
          <p:cNvSpPr txBox="1"/>
          <p:nvPr/>
        </p:nvSpPr>
        <p:spPr>
          <a:xfrm>
            <a:off x="425910" y="1101011"/>
            <a:ext cx="1135865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4 boutons: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Continuer </a:t>
            </a:r>
            <a:r>
              <a:rPr lang="en-US" dirty="0" err="1"/>
              <a:t>une</a:t>
            </a:r>
            <a:r>
              <a:rPr lang="en-US" dirty="0"/>
              <a:t> </a:t>
            </a:r>
            <a:r>
              <a:rPr lang="en-US" dirty="0" err="1"/>
              <a:t>partie</a:t>
            </a:r>
            <a:r>
              <a:rPr lang="en-US" dirty="0"/>
              <a:t> </a:t>
            </a:r>
            <a:r>
              <a:rPr lang="en-US" dirty="0" err="1"/>
              <a:t>existance</a:t>
            </a:r>
            <a:r>
              <a:rPr lang="en-US" dirty="0"/>
              <a:t> (</a:t>
            </a:r>
            <a:r>
              <a:rPr lang="en-US" dirty="0" err="1"/>
              <a:t>seulement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elle</a:t>
            </a:r>
            <a:r>
              <a:rPr lang="en-US" dirty="0"/>
              <a:t> </a:t>
            </a:r>
            <a:r>
              <a:rPr lang="en-US" dirty="0" err="1"/>
              <a:t>existe</a:t>
            </a:r>
            <a:r>
              <a:rPr lang="en-US" dirty="0"/>
              <a:t>, bouton </a:t>
            </a:r>
            <a:r>
              <a:rPr lang="en-US" dirty="0" err="1"/>
              <a:t>inexistyant</a:t>
            </a:r>
            <a:r>
              <a:rPr lang="en-US" dirty="0"/>
              <a:t> pour le moment)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Commencer: </a:t>
            </a:r>
            <a:r>
              <a:rPr lang="en-US" dirty="0" err="1"/>
              <a:t>débuter</a:t>
            </a:r>
            <a:r>
              <a:rPr lang="en-US" dirty="0"/>
              <a:t> le </a:t>
            </a:r>
            <a:r>
              <a:rPr lang="en-US" dirty="0" err="1"/>
              <a:t>jeu</a:t>
            </a:r>
            <a:r>
              <a:rPr lang="en-US" dirty="0"/>
              <a:t> au level 0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Options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Quitter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5585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26B25468-7803-4E4C-807F-FE55CC8FEEF3}"/>
              </a:ext>
            </a:extLst>
          </p:cNvPr>
          <p:cNvSpPr txBox="1"/>
          <p:nvPr/>
        </p:nvSpPr>
        <p:spPr>
          <a:xfrm>
            <a:off x="425910" y="340868"/>
            <a:ext cx="24174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Option Menu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BC3ACE9F-7925-4832-A41E-A3D06CA51887}"/>
              </a:ext>
            </a:extLst>
          </p:cNvPr>
          <p:cNvSpPr txBox="1"/>
          <p:nvPr/>
        </p:nvSpPr>
        <p:spPr>
          <a:xfrm>
            <a:off x="425910" y="1101011"/>
            <a:ext cx="113586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Les options de </a:t>
            </a:r>
            <a:r>
              <a:rPr lang="en-US" dirty="0" err="1"/>
              <a:t>jeu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Tout </a:t>
            </a:r>
            <a:r>
              <a:rPr lang="en-US" dirty="0" err="1"/>
              <a:t>est</a:t>
            </a:r>
            <a:r>
              <a:rPr lang="en-US" dirty="0"/>
              <a:t> à </a:t>
            </a:r>
            <a:r>
              <a:rPr lang="en-US" dirty="0" err="1"/>
              <a:t>définir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49216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26B25468-7803-4E4C-807F-FE55CC8FEEF3}"/>
              </a:ext>
            </a:extLst>
          </p:cNvPr>
          <p:cNvSpPr txBox="1"/>
          <p:nvPr/>
        </p:nvSpPr>
        <p:spPr>
          <a:xfrm>
            <a:off x="425910" y="340868"/>
            <a:ext cx="15461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Quitting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CFA00E1-492F-4D48-9842-BF0548336281}"/>
              </a:ext>
            </a:extLst>
          </p:cNvPr>
          <p:cNvSpPr txBox="1"/>
          <p:nvPr/>
        </p:nvSpPr>
        <p:spPr>
          <a:xfrm>
            <a:off x="425910" y="1101011"/>
            <a:ext cx="113586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Sortir</a:t>
            </a:r>
            <a:r>
              <a:rPr lang="en-US" dirty="0"/>
              <a:t> du </a:t>
            </a:r>
            <a:r>
              <a:rPr lang="en-US" dirty="0" err="1"/>
              <a:t>jeu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Pour le moment, </a:t>
            </a:r>
            <a:r>
              <a:rPr lang="en-US" dirty="0" err="1"/>
              <a:t>une</a:t>
            </a:r>
            <a:r>
              <a:rPr lang="en-US" dirty="0"/>
              <a:t> sortie </a:t>
            </a:r>
            <a:r>
              <a:rPr lang="en-US" dirty="0" err="1"/>
              <a:t>brutale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Pourrait</a:t>
            </a:r>
            <a:r>
              <a:rPr lang="en-US" dirty="0"/>
              <a:t> faire </a:t>
            </a:r>
            <a:r>
              <a:rPr lang="en-US" dirty="0" err="1"/>
              <a:t>l’objet</a:t>
            </a:r>
            <a:r>
              <a:rPr lang="en-US" dirty="0"/>
              <a:t> </a:t>
            </a:r>
            <a:r>
              <a:rPr lang="en-US" dirty="0" err="1"/>
              <a:t>d’une</a:t>
            </a:r>
            <a:r>
              <a:rPr lang="en-US" dirty="0"/>
              <a:t> page de credits </a:t>
            </a:r>
            <a:r>
              <a:rPr lang="en-US" dirty="0" err="1"/>
              <a:t>avant</a:t>
            </a:r>
            <a:r>
              <a:rPr lang="en-US" dirty="0"/>
              <a:t> de </a:t>
            </a:r>
            <a:r>
              <a:rPr lang="en-US" dirty="0" err="1"/>
              <a:t>sortir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21661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26B25468-7803-4E4C-807F-FE55CC8FEEF3}"/>
              </a:ext>
            </a:extLst>
          </p:cNvPr>
          <p:cNvSpPr txBox="1"/>
          <p:nvPr/>
        </p:nvSpPr>
        <p:spPr>
          <a:xfrm>
            <a:off x="425910" y="340868"/>
            <a:ext cx="14654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LEVEL 1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7D1C991C-3628-489D-8F4D-0F5CCC1D8923}"/>
              </a:ext>
            </a:extLst>
          </p:cNvPr>
          <p:cNvSpPr txBox="1"/>
          <p:nvPr/>
        </p:nvSpPr>
        <p:spPr>
          <a:xfrm>
            <a:off x="425910" y="1101011"/>
            <a:ext cx="1135865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Premier </a:t>
            </a:r>
            <a:r>
              <a:rPr lang="en-US" dirty="0" err="1"/>
              <a:t>niveau</a:t>
            </a:r>
            <a:r>
              <a:rPr lang="en-US" dirty="0"/>
              <a:t> ultra basic de tutorial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Conception </a:t>
            </a:r>
            <a:r>
              <a:rPr lang="en-US" dirty="0" err="1"/>
              <a:t>globale</a:t>
            </a:r>
            <a:r>
              <a:rPr lang="en-US" dirty="0"/>
              <a:t> </a:t>
            </a:r>
            <a:r>
              <a:rPr lang="en-US" dirty="0" err="1"/>
              <a:t>faite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À </a:t>
            </a:r>
            <a:r>
              <a:rPr lang="en-US" dirty="0" err="1"/>
              <a:t>modéliser</a:t>
            </a:r>
            <a:r>
              <a:rPr lang="en-US" dirty="0"/>
              <a:t> </a:t>
            </a:r>
            <a:r>
              <a:rPr lang="en-US" dirty="0" err="1"/>
              <a:t>joliement</a:t>
            </a:r>
            <a:endParaRPr lang="en-US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Le sol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Les </a:t>
            </a:r>
            <a:r>
              <a:rPr lang="en-US" dirty="0" err="1"/>
              <a:t>mur</a:t>
            </a:r>
            <a:endParaRPr lang="en-US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Le plafond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Les </a:t>
            </a:r>
            <a:r>
              <a:rPr lang="en-US" dirty="0" err="1"/>
              <a:t>éclairages</a:t>
            </a:r>
            <a:endParaRPr lang="en-US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Les </a:t>
            </a:r>
            <a:r>
              <a:rPr lang="en-US" dirty="0" err="1"/>
              <a:t>détails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210512F-965D-4451-A7F1-CCA6E83A35F2}"/>
              </a:ext>
            </a:extLst>
          </p:cNvPr>
          <p:cNvSpPr/>
          <p:nvPr/>
        </p:nvSpPr>
        <p:spPr>
          <a:xfrm>
            <a:off x="1642188" y="4226767"/>
            <a:ext cx="8892073" cy="1474237"/>
          </a:xfrm>
          <a:prstGeom prst="rect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A011D155-5529-4868-A585-42B93A2883BA}"/>
              </a:ext>
            </a:extLst>
          </p:cNvPr>
          <p:cNvCxnSpPr>
            <a:cxnSpLocks/>
          </p:cNvCxnSpPr>
          <p:nvPr/>
        </p:nvCxnSpPr>
        <p:spPr>
          <a:xfrm>
            <a:off x="2939143" y="4226767"/>
            <a:ext cx="0" cy="1474237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8" name="Arc 7">
            <a:extLst>
              <a:ext uri="{FF2B5EF4-FFF2-40B4-BE49-F238E27FC236}">
                <a16:creationId xmlns:a16="http://schemas.microsoft.com/office/drawing/2014/main" id="{B995E326-EB2F-45EF-B4D4-4DF94F56CA1E}"/>
              </a:ext>
            </a:extLst>
          </p:cNvPr>
          <p:cNvSpPr/>
          <p:nvPr/>
        </p:nvSpPr>
        <p:spPr>
          <a:xfrm>
            <a:off x="2442290" y="5150497"/>
            <a:ext cx="993706" cy="933063"/>
          </a:xfrm>
          <a:prstGeom prst="arc">
            <a:avLst>
              <a:gd name="adj1" fmla="val 16199997"/>
              <a:gd name="adj2" fmla="val 0"/>
            </a:avLst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BE701C8D-3D29-4455-BF33-0819679D58DA}"/>
              </a:ext>
            </a:extLst>
          </p:cNvPr>
          <p:cNvCxnSpPr/>
          <p:nvPr/>
        </p:nvCxnSpPr>
        <p:spPr>
          <a:xfrm flipH="1">
            <a:off x="2939143" y="5626359"/>
            <a:ext cx="597159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276315CF-45FB-40A8-9F88-43AC752533BA}"/>
              </a:ext>
            </a:extLst>
          </p:cNvPr>
          <p:cNvCxnSpPr/>
          <p:nvPr/>
        </p:nvCxnSpPr>
        <p:spPr>
          <a:xfrm>
            <a:off x="6512767" y="4226767"/>
            <a:ext cx="0" cy="1474237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2F6367BE-B37F-4CA0-987A-5B3505281562}"/>
              </a:ext>
            </a:extLst>
          </p:cNvPr>
          <p:cNvSpPr/>
          <p:nvPr/>
        </p:nvSpPr>
        <p:spPr>
          <a:xfrm>
            <a:off x="6096000" y="4581329"/>
            <a:ext cx="416767" cy="76511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Étoile : 5 branches 13">
            <a:extLst>
              <a:ext uri="{FF2B5EF4-FFF2-40B4-BE49-F238E27FC236}">
                <a16:creationId xmlns:a16="http://schemas.microsoft.com/office/drawing/2014/main" id="{65972B8B-4C04-407E-9C57-F4005A0C2E3B}"/>
              </a:ext>
            </a:extLst>
          </p:cNvPr>
          <p:cNvSpPr/>
          <p:nvPr/>
        </p:nvSpPr>
        <p:spPr>
          <a:xfrm>
            <a:off x="9815808" y="4767942"/>
            <a:ext cx="326554" cy="345232"/>
          </a:xfrm>
          <a:prstGeom prst="star5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lèche : droite 14">
            <a:extLst>
              <a:ext uri="{FF2B5EF4-FFF2-40B4-BE49-F238E27FC236}">
                <a16:creationId xmlns:a16="http://schemas.microsoft.com/office/drawing/2014/main" id="{6311100E-DF3C-4040-BC66-F4F2B97F9D37}"/>
              </a:ext>
            </a:extLst>
          </p:cNvPr>
          <p:cNvSpPr/>
          <p:nvPr/>
        </p:nvSpPr>
        <p:spPr>
          <a:xfrm rot="16200000">
            <a:off x="1897146" y="5234021"/>
            <a:ext cx="213297" cy="224836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roix 16">
            <a:extLst>
              <a:ext uri="{FF2B5EF4-FFF2-40B4-BE49-F238E27FC236}">
                <a16:creationId xmlns:a16="http://schemas.microsoft.com/office/drawing/2014/main" id="{8B25B22C-3365-41E7-A40B-2DAE203012EF}"/>
              </a:ext>
            </a:extLst>
          </p:cNvPr>
          <p:cNvSpPr/>
          <p:nvPr/>
        </p:nvSpPr>
        <p:spPr>
          <a:xfrm>
            <a:off x="7053938" y="4893903"/>
            <a:ext cx="226270" cy="219271"/>
          </a:xfrm>
          <a:prstGeom prst="plus">
            <a:avLst>
              <a:gd name="adj" fmla="val 41949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7E81891D-6ACA-49C0-8017-49F1E72CA065}"/>
              </a:ext>
            </a:extLst>
          </p:cNvPr>
          <p:cNvSpPr txBox="1"/>
          <p:nvPr/>
        </p:nvSpPr>
        <p:spPr>
          <a:xfrm>
            <a:off x="1710492" y="5392380"/>
            <a:ext cx="8114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départ</a:t>
            </a:r>
            <a:endParaRPr lang="en-US" dirty="0"/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4824A5D5-4D32-4BD6-A99D-9DB6CF455A8E}"/>
              </a:ext>
            </a:extLst>
          </p:cNvPr>
          <p:cNvSpPr txBox="1"/>
          <p:nvPr/>
        </p:nvSpPr>
        <p:spPr>
          <a:xfrm>
            <a:off x="9252857" y="4522568"/>
            <a:ext cx="12584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téléporteur</a:t>
            </a:r>
            <a:endParaRPr lang="en-US" dirty="0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604DCE43-C9EC-4F0C-A3BC-680FDC6F31C1}"/>
              </a:ext>
            </a:extLst>
          </p:cNvPr>
          <p:cNvSpPr txBox="1"/>
          <p:nvPr/>
        </p:nvSpPr>
        <p:spPr>
          <a:xfrm>
            <a:off x="6941691" y="5037757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clé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55052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26B25468-7803-4E4C-807F-FE55CC8FEEF3}"/>
              </a:ext>
            </a:extLst>
          </p:cNvPr>
          <p:cNvSpPr txBox="1"/>
          <p:nvPr/>
        </p:nvSpPr>
        <p:spPr>
          <a:xfrm>
            <a:off x="425910" y="340868"/>
            <a:ext cx="14654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LEVEL 2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4B86AE9B-C9AD-4A1A-9C56-D74D42F2B4CE}"/>
              </a:ext>
            </a:extLst>
          </p:cNvPr>
          <p:cNvSpPr txBox="1"/>
          <p:nvPr/>
        </p:nvSpPr>
        <p:spPr>
          <a:xfrm>
            <a:off x="425910" y="1101011"/>
            <a:ext cx="1135865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Second </a:t>
            </a:r>
            <a:r>
              <a:rPr lang="en-US" dirty="0" err="1"/>
              <a:t>niveau</a:t>
            </a:r>
            <a:r>
              <a:rPr lang="en-US" dirty="0"/>
              <a:t> avec mini enigma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Conception </a:t>
            </a:r>
            <a:r>
              <a:rPr lang="en-US" dirty="0" err="1"/>
              <a:t>globale</a:t>
            </a:r>
            <a:r>
              <a:rPr lang="en-US" dirty="0"/>
              <a:t> </a:t>
            </a:r>
            <a:r>
              <a:rPr lang="en-US" dirty="0" err="1"/>
              <a:t>faite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À </a:t>
            </a:r>
            <a:r>
              <a:rPr lang="en-US" dirty="0" err="1"/>
              <a:t>modéliser</a:t>
            </a:r>
            <a:r>
              <a:rPr lang="en-US" dirty="0"/>
              <a:t> </a:t>
            </a:r>
            <a:r>
              <a:rPr lang="en-US" dirty="0" err="1"/>
              <a:t>joliement</a:t>
            </a:r>
            <a:endParaRPr lang="en-US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Le sol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Les </a:t>
            </a:r>
            <a:r>
              <a:rPr lang="en-US" dirty="0" err="1"/>
              <a:t>mur</a:t>
            </a:r>
            <a:endParaRPr lang="en-US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Le plafond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Les </a:t>
            </a:r>
            <a:r>
              <a:rPr lang="en-US" dirty="0" err="1"/>
              <a:t>éclairages</a:t>
            </a:r>
            <a:endParaRPr lang="en-US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Les </a:t>
            </a:r>
            <a:r>
              <a:rPr lang="en-US" dirty="0" err="1"/>
              <a:t>détails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F0C951C-771C-428B-A84F-99BFBA55ACA2}"/>
              </a:ext>
            </a:extLst>
          </p:cNvPr>
          <p:cNvSpPr/>
          <p:nvPr/>
        </p:nvSpPr>
        <p:spPr>
          <a:xfrm>
            <a:off x="1502228" y="4478695"/>
            <a:ext cx="1408923" cy="1278294"/>
          </a:xfrm>
          <a:prstGeom prst="rect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69DAEBE-83C1-4813-84CB-A4B9113C68BE}"/>
              </a:ext>
            </a:extLst>
          </p:cNvPr>
          <p:cNvSpPr/>
          <p:nvPr/>
        </p:nvSpPr>
        <p:spPr>
          <a:xfrm>
            <a:off x="2911151" y="5310188"/>
            <a:ext cx="546424" cy="1428750"/>
          </a:xfrm>
          <a:prstGeom prst="rect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9CA6EA-040D-4C5C-B2B2-181051E42790}"/>
              </a:ext>
            </a:extLst>
          </p:cNvPr>
          <p:cNvSpPr/>
          <p:nvPr/>
        </p:nvSpPr>
        <p:spPr>
          <a:xfrm>
            <a:off x="2911151" y="4829174"/>
            <a:ext cx="2699074" cy="481013"/>
          </a:xfrm>
          <a:prstGeom prst="rect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E3875684-1EA5-4139-BAD7-AAB037A3F285}"/>
              </a:ext>
            </a:extLst>
          </p:cNvPr>
          <p:cNvCxnSpPr>
            <a:cxnSpLocks/>
          </p:cNvCxnSpPr>
          <p:nvPr/>
        </p:nvCxnSpPr>
        <p:spPr>
          <a:xfrm flipV="1">
            <a:off x="2911151" y="3548069"/>
            <a:ext cx="0" cy="930627"/>
          </a:xfrm>
          <a:prstGeom prst="line">
            <a:avLst/>
          </a:prstGeom>
          <a:ln w="9525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1DD1F835-1676-40E0-8F4B-C0580CC72E77}"/>
              </a:ext>
            </a:extLst>
          </p:cNvPr>
          <p:cNvCxnSpPr>
            <a:cxnSpLocks/>
          </p:cNvCxnSpPr>
          <p:nvPr/>
        </p:nvCxnSpPr>
        <p:spPr>
          <a:xfrm flipV="1">
            <a:off x="3457575" y="3914775"/>
            <a:ext cx="0" cy="914399"/>
          </a:xfrm>
          <a:prstGeom prst="line">
            <a:avLst/>
          </a:prstGeom>
          <a:ln w="9525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70A762CE-F7D8-45E7-B366-3C5E66CE36CB}"/>
              </a:ext>
            </a:extLst>
          </p:cNvPr>
          <p:cNvCxnSpPr>
            <a:cxnSpLocks/>
          </p:cNvCxnSpPr>
          <p:nvPr/>
        </p:nvCxnSpPr>
        <p:spPr>
          <a:xfrm flipH="1">
            <a:off x="2911151" y="3548069"/>
            <a:ext cx="1575124" cy="0"/>
          </a:xfrm>
          <a:prstGeom prst="line">
            <a:avLst/>
          </a:prstGeom>
          <a:ln w="9525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E6E53E64-7314-4A67-9321-4E5BB487AB44}"/>
              </a:ext>
            </a:extLst>
          </p:cNvPr>
          <p:cNvCxnSpPr>
            <a:cxnSpLocks/>
          </p:cNvCxnSpPr>
          <p:nvPr/>
        </p:nvCxnSpPr>
        <p:spPr>
          <a:xfrm flipH="1">
            <a:off x="3457575" y="3914775"/>
            <a:ext cx="1575124" cy="0"/>
          </a:xfrm>
          <a:prstGeom prst="line">
            <a:avLst/>
          </a:prstGeom>
          <a:ln w="9525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B19009F4-12F9-4310-A4F6-0641E360AEE4}"/>
              </a:ext>
            </a:extLst>
          </p:cNvPr>
          <p:cNvCxnSpPr>
            <a:cxnSpLocks/>
          </p:cNvCxnSpPr>
          <p:nvPr/>
        </p:nvCxnSpPr>
        <p:spPr>
          <a:xfrm flipV="1">
            <a:off x="4486275" y="3005138"/>
            <a:ext cx="0" cy="542932"/>
          </a:xfrm>
          <a:prstGeom prst="line">
            <a:avLst/>
          </a:prstGeom>
          <a:ln w="9525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BAEEC1B8-BDC2-4AE1-A716-DBD40B03C742}"/>
              </a:ext>
            </a:extLst>
          </p:cNvPr>
          <p:cNvCxnSpPr>
            <a:cxnSpLocks/>
          </p:cNvCxnSpPr>
          <p:nvPr/>
        </p:nvCxnSpPr>
        <p:spPr>
          <a:xfrm flipV="1">
            <a:off x="5033962" y="3005138"/>
            <a:ext cx="0" cy="914399"/>
          </a:xfrm>
          <a:prstGeom prst="line">
            <a:avLst/>
          </a:prstGeom>
          <a:ln w="9525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0" name="Connecteur droit 19">
            <a:extLst>
              <a:ext uri="{FF2B5EF4-FFF2-40B4-BE49-F238E27FC236}">
                <a16:creationId xmlns:a16="http://schemas.microsoft.com/office/drawing/2014/main" id="{E682814C-C67F-477C-B866-658C059BA2BC}"/>
              </a:ext>
            </a:extLst>
          </p:cNvPr>
          <p:cNvCxnSpPr>
            <a:cxnSpLocks/>
          </p:cNvCxnSpPr>
          <p:nvPr/>
        </p:nvCxnSpPr>
        <p:spPr>
          <a:xfrm>
            <a:off x="4486275" y="3005138"/>
            <a:ext cx="546424" cy="0"/>
          </a:xfrm>
          <a:prstGeom prst="line">
            <a:avLst/>
          </a:prstGeom>
          <a:ln w="9525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3B6C57CF-1DD1-47EB-BD8E-05E2D5EB6A13}"/>
              </a:ext>
            </a:extLst>
          </p:cNvPr>
          <p:cNvCxnSpPr>
            <a:cxnSpLocks/>
          </p:cNvCxnSpPr>
          <p:nvPr/>
        </p:nvCxnSpPr>
        <p:spPr>
          <a:xfrm>
            <a:off x="2911151" y="5233988"/>
            <a:ext cx="327349" cy="0"/>
          </a:xfrm>
          <a:prstGeom prst="line">
            <a:avLst/>
          </a:prstGeom>
          <a:ln w="9525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4" name="Arc 23">
            <a:extLst>
              <a:ext uri="{FF2B5EF4-FFF2-40B4-BE49-F238E27FC236}">
                <a16:creationId xmlns:a16="http://schemas.microsoft.com/office/drawing/2014/main" id="{EF01E7FE-0BA3-47CC-8C39-49B1B02E6E21}"/>
              </a:ext>
            </a:extLst>
          </p:cNvPr>
          <p:cNvSpPr/>
          <p:nvPr/>
        </p:nvSpPr>
        <p:spPr>
          <a:xfrm>
            <a:off x="2636697" y="4967909"/>
            <a:ext cx="547666" cy="561975"/>
          </a:xfrm>
          <a:prstGeom prst="arc">
            <a:avLst/>
          </a:prstGeom>
          <a:ln w="9525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Connecteur droit 24">
            <a:extLst>
              <a:ext uri="{FF2B5EF4-FFF2-40B4-BE49-F238E27FC236}">
                <a16:creationId xmlns:a16="http://schemas.microsoft.com/office/drawing/2014/main" id="{B2F73B39-50B9-4D06-B8B9-46E64A94D1A3}"/>
              </a:ext>
            </a:extLst>
          </p:cNvPr>
          <p:cNvCxnSpPr>
            <a:cxnSpLocks/>
          </p:cNvCxnSpPr>
          <p:nvPr/>
        </p:nvCxnSpPr>
        <p:spPr>
          <a:xfrm>
            <a:off x="2911151" y="4789132"/>
            <a:ext cx="327349" cy="0"/>
          </a:xfrm>
          <a:prstGeom prst="line">
            <a:avLst/>
          </a:prstGeom>
          <a:ln w="9525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6" name="Arc 25">
            <a:extLst>
              <a:ext uri="{FF2B5EF4-FFF2-40B4-BE49-F238E27FC236}">
                <a16:creationId xmlns:a16="http://schemas.microsoft.com/office/drawing/2014/main" id="{286E67B0-1AE0-4717-8834-D0C1A0CF16DD}"/>
              </a:ext>
            </a:extLst>
          </p:cNvPr>
          <p:cNvSpPr/>
          <p:nvPr/>
        </p:nvSpPr>
        <p:spPr>
          <a:xfrm>
            <a:off x="2636697" y="4523053"/>
            <a:ext cx="547666" cy="561975"/>
          </a:xfrm>
          <a:prstGeom prst="arc">
            <a:avLst/>
          </a:prstGeom>
          <a:ln w="9525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63145BAA-72C2-4F60-826A-F99F2FBC6B2F}"/>
              </a:ext>
            </a:extLst>
          </p:cNvPr>
          <p:cNvCxnSpPr>
            <a:cxnSpLocks/>
          </p:cNvCxnSpPr>
          <p:nvPr/>
        </p:nvCxnSpPr>
        <p:spPr>
          <a:xfrm>
            <a:off x="2911151" y="5385763"/>
            <a:ext cx="327349" cy="0"/>
          </a:xfrm>
          <a:prstGeom prst="line">
            <a:avLst/>
          </a:prstGeom>
          <a:ln w="9525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8" name="Arc 27">
            <a:extLst>
              <a:ext uri="{FF2B5EF4-FFF2-40B4-BE49-F238E27FC236}">
                <a16:creationId xmlns:a16="http://schemas.microsoft.com/office/drawing/2014/main" id="{44E13B99-5EE7-4C46-984D-D771A7E65DF5}"/>
              </a:ext>
            </a:extLst>
          </p:cNvPr>
          <p:cNvSpPr/>
          <p:nvPr/>
        </p:nvSpPr>
        <p:spPr>
          <a:xfrm flipV="1">
            <a:off x="2636697" y="5116473"/>
            <a:ext cx="547666" cy="525114"/>
          </a:xfrm>
          <a:prstGeom prst="arc">
            <a:avLst/>
          </a:prstGeom>
          <a:ln w="9525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Étoile : 5 branches 29">
            <a:extLst>
              <a:ext uri="{FF2B5EF4-FFF2-40B4-BE49-F238E27FC236}">
                <a16:creationId xmlns:a16="http://schemas.microsoft.com/office/drawing/2014/main" id="{F26100B3-6811-461F-B296-333115A35353}"/>
              </a:ext>
            </a:extLst>
          </p:cNvPr>
          <p:cNvSpPr/>
          <p:nvPr/>
        </p:nvSpPr>
        <p:spPr>
          <a:xfrm>
            <a:off x="5133765" y="4824413"/>
            <a:ext cx="326554" cy="345232"/>
          </a:xfrm>
          <a:prstGeom prst="star5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Flèche : droite 30">
            <a:extLst>
              <a:ext uri="{FF2B5EF4-FFF2-40B4-BE49-F238E27FC236}">
                <a16:creationId xmlns:a16="http://schemas.microsoft.com/office/drawing/2014/main" id="{B0B039F5-752F-4B11-9F09-FFE67870BA4A}"/>
              </a:ext>
            </a:extLst>
          </p:cNvPr>
          <p:cNvSpPr/>
          <p:nvPr/>
        </p:nvSpPr>
        <p:spPr>
          <a:xfrm>
            <a:off x="1611647" y="4981837"/>
            <a:ext cx="213297" cy="224836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Croix 31">
            <a:extLst>
              <a:ext uri="{FF2B5EF4-FFF2-40B4-BE49-F238E27FC236}">
                <a16:creationId xmlns:a16="http://schemas.microsoft.com/office/drawing/2014/main" id="{82802F0C-99C9-45B9-84E9-21A5F1CA30A1}"/>
              </a:ext>
            </a:extLst>
          </p:cNvPr>
          <p:cNvSpPr/>
          <p:nvPr/>
        </p:nvSpPr>
        <p:spPr>
          <a:xfrm>
            <a:off x="3012230" y="6300505"/>
            <a:ext cx="226270" cy="219271"/>
          </a:xfrm>
          <a:prstGeom prst="plus">
            <a:avLst>
              <a:gd name="adj" fmla="val 41949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F5C3A571-7C7F-48A8-BB85-E94222240CEF}"/>
              </a:ext>
            </a:extLst>
          </p:cNvPr>
          <p:cNvSpPr txBox="1"/>
          <p:nvPr/>
        </p:nvSpPr>
        <p:spPr>
          <a:xfrm>
            <a:off x="1452836" y="5214614"/>
            <a:ext cx="8114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départ</a:t>
            </a:r>
            <a:endParaRPr lang="en-US" dirty="0"/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98616576-6C27-4124-B408-FE3D3D75B110}"/>
              </a:ext>
            </a:extLst>
          </p:cNvPr>
          <p:cNvSpPr txBox="1"/>
          <p:nvPr/>
        </p:nvSpPr>
        <p:spPr>
          <a:xfrm>
            <a:off x="4667799" y="4505773"/>
            <a:ext cx="12584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téléporteur</a:t>
            </a:r>
            <a:endParaRPr lang="en-US" dirty="0"/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D4267572-995C-496E-8E76-4209913BAA39}"/>
              </a:ext>
            </a:extLst>
          </p:cNvPr>
          <p:cNvSpPr txBox="1"/>
          <p:nvPr/>
        </p:nvSpPr>
        <p:spPr>
          <a:xfrm>
            <a:off x="2958981" y="6410140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clé</a:t>
            </a:r>
            <a:endParaRPr lang="en-US" dirty="0"/>
          </a:p>
        </p:txBody>
      </p:sp>
      <p:sp>
        <p:nvSpPr>
          <p:cNvPr id="36" name="Croix 35">
            <a:extLst>
              <a:ext uri="{FF2B5EF4-FFF2-40B4-BE49-F238E27FC236}">
                <a16:creationId xmlns:a16="http://schemas.microsoft.com/office/drawing/2014/main" id="{5067118F-9C0A-4CD9-B72D-31981A448F7E}"/>
              </a:ext>
            </a:extLst>
          </p:cNvPr>
          <p:cNvSpPr/>
          <p:nvPr/>
        </p:nvSpPr>
        <p:spPr>
          <a:xfrm>
            <a:off x="2920539" y="5392381"/>
            <a:ext cx="105376" cy="103018"/>
          </a:xfrm>
          <a:prstGeom prst="plus">
            <a:avLst>
              <a:gd name="adj" fmla="val 41949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Croix 36">
            <a:extLst>
              <a:ext uri="{FF2B5EF4-FFF2-40B4-BE49-F238E27FC236}">
                <a16:creationId xmlns:a16="http://schemas.microsoft.com/office/drawing/2014/main" id="{6FBD7617-6770-46C4-B4D4-0C489F914D8B}"/>
              </a:ext>
            </a:extLst>
          </p:cNvPr>
          <p:cNvSpPr/>
          <p:nvPr/>
        </p:nvSpPr>
        <p:spPr>
          <a:xfrm>
            <a:off x="2906293" y="5086294"/>
            <a:ext cx="105376" cy="103018"/>
          </a:xfrm>
          <a:prstGeom prst="plus">
            <a:avLst>
              <a:gd name="adj" fmla="val 41949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lèche : droite 37">
            <a:extLst>
              <a:ext uri="{FF2B5EF4-FFF2-40B4-BE49-F238E27FC236}">
                <a16:creationId xmlns:a16="http://schemas.microsoft.com/office/drawing/2014/main" id="{D7CBE248-0F6B-4463-B061-CAA2AAAD4ED3}"/>
              </a:ext>
            </a:extLst>
          </p:cNvPr>
          <p:cNvSpPr/>
          <p:nvPr/>
        </p:nvSpPr>
        <p:spPr>
          <a:xfrm rot="16200000">
            <a:off x="4652839" y="2887958"/>
            <a:ext cx="213297" cy="224836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B1A4FE5C-32F4-4EA8-BE9A-172B76F07D28}"/>
              </a:ext>
            </a:extLst>
          </p:cNvPr>
          <p:cNvSpPr txBox="1"/>
          <p:nvPr/>
        </p:nvSpPr>
        <p:spPr>
          <a:xfrm>
            <a:off x="4826937" y="2669860"/>
            <a:ext cx="11276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Fin </a:t>
            </a:r>
            <a:r>
              <a:rPr lang="en-US" dirty="0" err="1"/>
              <a:t>courte</a:t>
            </a:r>
            <a:endParaRPr lang="en-US" dirty="0"/>
          </a:p>
        </p:txBody>
      </p:sp>
      <p:sp>
        <p:nvSpPr>
          <p:cNvPr id="40" name="Croix 39">
            <a:extLst>
              <a:ext uri="{FF2B5EF4-FFF2-40B4-BE49-F238E27FC236}">
                <a16:creationId xmlns:a16="http://schemas.microsoft.com/office/drawing/2014/main" id="{DE7AD206-C6A6-45CC-99BA-137EB14157B9}"/>
              </a:ext>
            </a:extLst>
          </p:cNvPr>
          <p:cNvSpPr/>
          <p:nvPr/>
        </p:nvSpPr>
        <p:spPr>
          <a:xfrm>
            <a:off x="4700235" y="2952499"/>
            <a:ext cx="105376" cy="103018"/>
          </a:xfrm>
          <a:prstGeom prst="plus">
            <a:avLst>
              <a:gd name="adj" fmla="val 41949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7093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26B25468-7803-4E4C-807F-FE55CC8FEEF3}"/>
              </a:ext>
            </a:extLst>
          </p:cNvPr>
          <p:cNvSpPr txBox="1"/>
          <p:nvPr/>
        </p:nvSpPr>
        <p:spPr>
          <a:xfrm>
            <a:off x="425910" y="340868"/>
            <a:ext cx="14654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LEVEL 3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ACE098F1-5B4D-4C26-BBCA-340BE4F98414}"/>
              </a:ext>
            </a:extLst>
          </p:cNvPr>
          <p:cNvSpPr txBox="1"/>
          <p:nvPr/>
        </p:nvSpPr>
        <p:spPr>
          <a:xfrm>
            <a:off x="425910" y="1101011"/>
            <a:ext cx="11358653" cy="55517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11286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26B25468-7803-4E4C-807F-FE55CC8FEEF3}"/>
              </a:ext>
            </a:extLst>
          </p:cNvPr>
          <p:cNvSpPr txBox="1"/>
          <p:nvPr/>
        </p:nvSpPr>
        <p:spPr>
          <a:xfrm>
            <a:off x="425910" y="340868"/>
            <a:ext cx="21667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Level Forest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E99BE06A-7404-4CAA-B511-2BE9ECD11B2B}"/>
              </a:ext>
            </a:extLst>
          </p:cNvPr>
          <p:cNvSpPr txBox="1"/>
          <p:nvPr/>
        </p:nvSpPr>
        <p:spPr>
          <a:xfrm>
            <a:off x="425910" y="1101011"/>
            <a:ext cx="11358653" cy="55517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0250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26B25468-7803-4E4C-807F-FE55CC8FEEF3}"/>
              </a:ext>
            </a:extLst>
          </p:cNvPr>
          <p:cNvSpPr txBox="1"/>
          <p:nvPr/>
        </p:nvSpPr>
        <p:spPr>
          <a:xfrm>
            <a:off x="425910" y="340868"/>
            <a:ext cx="20605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Level Glace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C58B4FF6-4F65-4BAF-BBF3-8C39AD02FB4C}"/>
              </a:ext>
            </a:extLst>
          </p:cNvPr>
          <p:cNvSpPr txBox="1"/>
          <p:nvPr/>
        </p:nvSpPr>
        <p:spPr>
          <a:xfrm>
            <a:off x="425910" y="1101011"/>
            <a:ext cx="11358653" cy="55517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83444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26B25468-7803-4E4C-807F-FE55CC8FEEF3}"/>
              </a:ext>
            </a:extLst>
          </p:cNvPr>
          <p:cNvSpPr txBox="1"/>
          <p:nvPr/>
        </p:nvSpPr>
        <p:spPr>
          <a:xfrm>
            <a:off x="425910" y="340868"/>
            <a:ext cx="22418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Level </a:t>
            </a:r>
            <a:r>
              <a:rPr lang="en-US" sz="3200" dirty="0" err="1"/>
              <a:t>Volcan</a:t>
            </a:r>
            <a:endParaRPr lang="en-US" sz="3200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CA7AD7E9-8104-4E7D-8B88-D92D38FD48B9}"/>
              </a:ext>
            </a:extLst>
          </p:cNvPr>
          <p:cNvSpPr txBox="1"/>
          <p:nvPr/>
        </p:nvSpPr>
        <p:spPr>
          <a:xfrm>
            <a:off x="425910" y="1101011"/>
            <a:ext cx="11358653" cy="55517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94343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26B25468-7803-4E4C-807F-FE55CC8FEEF3}"/>
              </a:ext>
            </a:extLst>
          </p:cNvPr>
          <p:cNvSpPr txBox="1"/>
          <p:nvPr/>
        </p:nvSpPr>
        <p:spPr>
          <a:xfrm>
            <a:off x="425910" y="340868"/>
            <a:ext cx="22336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Level </a:t>
            </a:r>
            <a:r>
              <a:rPr lang="en-US" sz="3200" dirty="0" err="1"/>
              <a:t>Désert</a:t>
            </a:r>
            <a:endParaRPr lang="en-US" sz="3200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62A944F6-4BB2-46BD-899D-AAA4D58FEBEA}"/>
              </a:ext>
            </a:extLst>
          </p:cNvPr>
          <p:cNvSpPr txBox="1"/>
          <p:nvPr/>
        </p:nvSpPr>
        <p:spPr>
          <a:xfrm>
            <a:off x="425910" y="1101011"/>
            <a:ext cx="11358653" cy="55517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15222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26B25468-7803-4E4C-807F-FE55CC8FEEF3}"/>
              </a:ext>
            </a:extLst>
          </p:cNvPr>
          <p:cNvSpPr txBox="1"/>
          <p:nvPr/>
        </p:nvSpPr>
        <p:spPr>
          <a:xfrm>
            <a:off x="425910" y="340868"/>
            <a:ext cx="21926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Final Screen</a:t>
            </a:r>
          </a:p>
        </p:txBody>
      </p:sp>
    </p:spTree>
    <p:extLst>
      <p:ext uri="{BB962C8B-B14F-4D97-AF65-F5344CB8AC3E}">
        <p14:creationId xmlns:p14="http://schemas.microsoft.com/office/powerpoint/2010/main" val="295883075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leu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</TotalTime>
  <Words>174</Words>
  <Application>Microsoft Office PowerPoint</Application>
  <PresentationFormat>Grand écran</PresentationFormat>
  <Paragraphs>61</Paragraphs>
  <Slides>13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Damien Lachouette</dc:creator>
  <cp:lastModifiedBy>Damien Lachouette</cp:lastModifiedBy>
  <cp:revision>6</cp:revision>
  <dcterms:created xsi:type="dcterms:W3CDTF">2018-11-23T11:14:17Z</dcterms:created>
  <dcterms:modified xsi:type="dcterms:W3CDTF">2018-11-23T14:59:56Z</dcterms:modified>
</cp:coreProperties>
</file>